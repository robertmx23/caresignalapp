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Deja la lámina en pantalla y no la leas en voz alta.
Guion sugerido: "Antes de mostrarle nada, quiero plantearle algo. Desde 2012 la NOM-031 le exige expediente administrativo por cada residente. Mi pregunta no es si lo sabe. Es: cuando una familia le reclame que nadie revisó a su mamá el martes, ¿con qué le responde hoy?"
Deja la pausa. Que conteste él o ella.
No apoyes la venta en el miedo al inspector: la fiscalización es escasa (la CNDH supervisó 58 de ~1,500 centros durante la pandemia) y una dirección con años de operación lo sabe. La norma legitima; el reclamo de la familia es el que duele.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2834640"/>
            <a:ext cx="9509760" cy="6766560"/>
          </a:xfrm>
          <a:prstGeom prst="ellipse">
            <a:avLst/>
          </a:prstGeom>
          <a:solidFill>
            <a:srgbClr val="0A3D5C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676656"/>
            <a:ext cx="118872" cy="11887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4" name="Text 2"/>
          <p:cNvSpPr/>
          <p:nvPr/>
        </p:nvSpPr>
        <p:spPr>
          <a:xfrm>
            <a:off x="1014984" y="5669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9692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residencia ya está obligada</a:t>
            </a:r>
            <a:endParaRPr lang="en-US" sz="47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documentar el cuidado que da.</a:t>
            </a:r>
            <a:endParaRPr lang="en-US" sz="4700" dirty="0"/>
          </a:p>
        </p:txBody>
      </p:sp>
      <p:sp>
        <p:nvSpPr>
          <p:cNvPr id="6" name="Text 4"/>
          <p:cNvSpPr/>
          <p:nvPr/>
        </p:nvSpPr>
        <p:spPr>
          <a:xfrm>
            <a:off x="777240" y="3493008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7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no puede.</a:t>
            </a:r>
            <a:endParaRPr lang="en-US" sz="4700" dirty="0"/>
          </a:p>
        </p:txBody>
      </p:sp>
      <p:sp>
        <p:nvSpPr>
          <p:cNvPr id="7" name="Shape 5"/>
          <p:cNvSpPr/>
          <p:nvPr/>
        </p:nvSpPr>
        <p:spPr>
          <a:xfrm>
            <a:off x="777240" y="4590288"/>
            <a:ext cx="41148" cy="78638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8" name="Text 6"/>
          <p:cNvSpPr/>
          <p:nvPr/>
        </p:nvSpPr>
        <p:spPr>
          <a:xfrm>
            <a:off x="1033272" y="45720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B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porque su gente no trabaje. Porque </a:t>
            </a:r>
            <a:pPr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alguien está bien no deja rastro</a:t>
            </a:r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B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 el turno se releva cada ocho horas llevándose la memoria.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77240" y="5806440"/>
            <a:ext cx="10607040" cy="10973"/>
          </a:xfrm>
          <a:prstGeom prst="rect">
            <a:avLst/>
          </a:prstGeom>
          <a:solidFill>
            <a:srgbClr val="17506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6053328"/>
            <a:ext cx="1755648" cy="310896"/>
          </a:xfrm>
          <a:prstGeom prst="roundRect">
            <a:avLst>
              <a:gd name="adj" fmla="val 14706"/>
            </a:avLst>
          </a:prstGeom>
          <a:solidFill>
            <a:srgbClr val="072D45"/>
          </a:solidFill>
          <a:ln w="9525">
            <a:solidFill>
              <a:srgbClr val="7A62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605332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NOM-031-SSA3-2012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79192" y="60533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administrativo por cada usuario · vigente desde 2012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43800" y="599846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F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apoya la operación del cuidado.</a:t>
            </a:r>
            <a:endParaRPr lang="en-US" sz="95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F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dispositivo médico.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CareSignal — Lámina de apertura</dc:title>
  <dc:subject>PptxGenJS Presentation</dc:subject>
  <dc:creator>CareSignal</dc:creator>
  <cp:lastModifiedBy>CareSignal</cp:lastModifiedBy>
  <cp:revision>1</cp:revision>
  <dcterms:created xsi:type="dcterms:W3CDTF">2026-08-25T19:07:18Z</dcterms:created>
  <dcterms:modified xsi:type="dcterms:W3CDTF">2026-08-25T19:07:18Z</dcterms:modified>
</cp:coreProperties>
</file>