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22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463040" y="8686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63040" y="16916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375904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automática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atrasadas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9184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inmutable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12648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supervisor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9204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· 4 minutos  |  WomenCISO 4 / MenCISO 1  |  Agosto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8375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  ·  MVP operacional  ·  No dispositivo médico  ·  Datos ficticios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ya llegó para cientos de millones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mayores de 65 años en el mundo · 2023–2050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 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años · CONAPO 2025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4028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24028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América Latina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028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4028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CEPAL 2024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 UU.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11480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Census 2023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8932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98932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Japón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8932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8932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Stat. JP 2023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M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576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WPP 2022 (se estima)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2608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92608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2050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26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M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292608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ONU (se estima)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46320" y="35204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2050 habrá casi el doble de la población actual de China viviendo esta realidad.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CONAPO · CEPAL · US Census Bureau · Statistics Japan · UN WPP 2022  ·  Cifras internacionales "se estima"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0" y="6400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🤝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momento de confianza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743200" y="2468880"/>
            <a:ext cx="3474720" cy="0"/>
          </a:xfrm>
          <a:prstGeom prst="line">
            <a:avLst/>
          </a:prstGeom>
          <a:noFill/>
          <a:ln w="25400">
            <a:solidFill>
              <a:srgbClr val="5B8D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974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llevas a ese familiar, a ese ser querido, a una residencia,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estás confiando lo más valioso que tienes —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tiempo, su dignidad, su seguridad.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8016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4904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Dignidad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cuidado ocurre — o no ocurre — y nadie lo sabe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65760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487168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87168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🚶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487168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¿Cuidador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 a verlo?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5968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08576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DE68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08576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608576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evidencia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37376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729984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9984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😰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29984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lo sabe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que es tarde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337560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4015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40156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ejemplo: en una residencia con 50 adultos mayores se realizan cerca de 450 rondas por semana.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es una oportunidad de que el cuidado ocurra — o de que no ocurra y nadie lo detecte.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confiable, no hay defensa posible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2588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58191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👨‍👩‍👧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508760" y="1508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familia llama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respuesta.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90779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508760" y="2834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inspección llega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246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evidencia.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23367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508760" y="41605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abogado pregunta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4572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defensa.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auditable, el director no puede demostrar que el cuidado ocurrió — en ningún escenario.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Marco legal — exposición permanente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ya exige los registros — sin fecha ni aviso previo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51790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📜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139903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176479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 expediente administrativo permanente por residente, reglamento interno y bitácoras de operación.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84378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17320" y="272491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CNDH ISP-12/2020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09067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Muestreo en residencias documentó abandono, falta de personal y deficiencias operativas — sin sistemas de gestión.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1363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16966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417320" y="405079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General de Salud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419: multas por incumplimiento pueden superar $234,000 MXN — y cualquier inspección, queja o demanda puede llegar sin aviso.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DOF · CNDH · Ley General de Salud Art. 419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2026-08-27T02:30:54Z</dcterms:created>
  <dcterms:modified xsi:type="dcterms:W3CDTF">2026-08-27T02:30:54Z</dcterms:modified>
</cp:coreProperties>
</file>