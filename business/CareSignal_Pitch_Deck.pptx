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510528"/>
            <a:ext cx="12192000" cy="73152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229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00000"/>
                </a:solidFill>
              </a:rPr>
              <a:t>🛡️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463040" y="86868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CareSignal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463040" y="169164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Trazabilidad operativa para residencias de adultos mayores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57200" y="2286000"/>
            <a:ext cx="8375904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5603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697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⏱️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7200" y="32918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Detección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automática de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rondas atrasadas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291840" y="25603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91840" y="2697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📋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291840" y="32918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Bitácora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auditable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inmutable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26480" y="25603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0" y="2697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🔔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126480" y="32918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en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tiempo real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supervisor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489204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 · 4 minutos  |  WomenCISO 4 / MenCISO 1  |  Agosto 2026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6172200"/>
            <a:ext cx="83759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v0.1.0-workshop  ·  MVP operacional  ·  No dispositivo médico  ·  Datos ficticios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2026-08-27T01:11:25Z</dcterms:created>
  <dcterms:modified xsi:type="dcterms:W3CDTF">2026-08-27T01:11:25Z</dcterms:modified>
</cp:coreProperties>
</file>