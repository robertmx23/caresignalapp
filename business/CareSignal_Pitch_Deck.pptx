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463040" y="8686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3040" y="1691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operativa para residencias de adultos mayores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375904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rondas atrasadas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9184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inmutable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supervisor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4 minutos  |  WomenCISO 4 / MenCISO 1  |  Agosto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v0.1.0-workshop  ·  MVP operacional  ·  No dispositivo médico  ·  Datos ficticios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ya llegó para cientos de millones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mayores de 65 años en el mundo · 2023–2050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 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años · CONAPO 2025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4028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4028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América Latina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24028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CEPAL 2024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EE. UU.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Census 2023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8932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8932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Stat. JP 2023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5935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6576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 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5760" y="47823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WPP 2022 (se estima)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26080" y="352044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5935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92608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2050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2608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M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926080" y="47823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ONU (se estima)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3832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520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2050 habrá casi el doble de la población actual de China viviendo esta realidad.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CONAPO · CEPAL · US Census Bureau · Statistics Japan · UN WPP 2022  ·  Cifras internacionales "se estima"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6400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🤝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momento de confianza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43200" y="2468880"/>
            <a:ext cx="3474720" cy="0"/>
          </a:xfrm>
          <a:prstGeom prst="line">
            <a:avLst/>
          </a:prstGeom>
          <a:noFill/>
          <a:ln w="25400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974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llevas a ese familiar, a ese ser querido, a una residencia,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estás confiando lo más valioso que tienes —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tiempo, su dignidad, su seguridad.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8016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Dignidad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ficticios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Fallo operativo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cuidado ocurre — o no ocurre — y nadie lo sabe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A8C4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87168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🚶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87168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¿Cuidador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 a verlo?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08576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DE68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08576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evidencia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37376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29984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29984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lo sabe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que es tarde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8375904" cy="960120"/>
          </a:xfrm>
          <a:prstGeom prst="roundRect">
            <a:avLst>
              <a:gd name="adj" fmla="val 7619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01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340156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ejemplo: en una residencia con 50 adultos mayores se realizan cerca de 450 rondas por semana.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una es una oportunidad de que el cuidado ocurra — o de que no ocurra y nadie lo detecte.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ficticios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Fallo administrativo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confiable, no hay defensa posible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2588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819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llama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respuesta.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077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0876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inspección llega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evidencia.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336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0876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abogado pregunta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defensa.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auditable, el director no puede demostrar que el cuidado ocurrió — en ningún escenario.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ficticios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Marco legal — exposición permanente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regulación ya exige los registros — sin fecha ni aviso previo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6187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1790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13990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NOM-031-SSA3-2012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176479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expediente administrativo permanente por residente, reglamento interno y bitácoras de operación.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437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17320" y="272491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CNDH ISP-12/2020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09067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en residencias documentó abandono, falta de personal y deficiencias operativas — sin sistemas de gestión.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6966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17320" y="405079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General de Salud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419: multas por incumplimiento pueden superar $234,000 MXN — y cualquier inspección, queja o demanda puede llegar sin aviso.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DOF · CNDH · Ley General de Salud Art. 419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CareSignal — la solución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diseñado para resolver los dos fallos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61872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Fallo operativo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783080"/>
            <a:ext cx="3703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74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no ocurre y nadie lo detecta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2331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automáticamente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ronda no ocurre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al supervisor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tiempo 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7033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Asignación, escalación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seguimiento del cuidador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261872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Fallo administrativo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783080"/>
            <a:ext cx="3703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confiable ni evidencia auditable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23560" y="2331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inmutable: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quién, cuándo, qué resultado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23560" y="3017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papel, sin transcripción,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trabajo extra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23560" y="37033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lista ante cualquier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inspección, queja o demanda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34840" y="26517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57200" y="4956048"/>
            <a:ext cx="8375904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02920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director tiene evidencia lista ante cualquier inspección, queja o demanda — en todo momento.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ficticios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Tamaño de mercado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 · SaaS B2B · por residencia / mes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61872"/>
            <a:ext cx="8375904" cy="1371600"/>
          </a:xfrm>
          <a:prstGeom prst="roundRect">
            <a:avLst>
              <a:gd name="adj" fmla="val 6667"/>
            </a:avLst>
          </a:prstGeom>
          <a:solidFill>
            <a:srgbClr val="A8C4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371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133502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total cuidados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geriátricos MX + LatAm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490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USD 25,000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2423160"/>
            <a:ext cx="7552944" cy="1325880"/>
          </a:xfrm>
          <a:prstGeom prst="roundRect">
            <a:avLst>
              <a:gd name="adj" fmla="val 6897"/>
            </a:avLst>
          </a:prstGeom>
          <a:solidFill>
            <a:srgbClr val="D1E8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5328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249631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~1,100–1,300 residencias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privadas formales en MX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6517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DENUE 2025 · +18 % anual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80160" y="3547872"/>
            <a:ext cx="6729984" cy="1325880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4752" y="3657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23160" y="362102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3–5 años: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50–200 residencias piloto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776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$175K – $700K MXN/mes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047488"/>
            <a:ext cx="8375904" cy="594360"/>
          </a:xfrm>
          <a:prstGeom prst="roundRect">
            <a:avLst>
              <a:gd name="adj" fmla="val 12308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120640"/>
            <a:ext cx="8010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El registro del sector creció +18 % en un año (DENUE 2024→2025) — mercado en expansión activa.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DENUE 2025 · IMARC Group · Grand View Research  ·  Precios de referencia, no validados con clientes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¿Por qué CareSignal?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más modela el ciclo operativo de la ronda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88720"/>
            <a:ext cx="8375904" cy="457200"/>
          </a:xfrm>
          <a:prstGeom prst="roundRect">
            <a:avLst>
              <a:gd name="adj" fmla="val 10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Cronos Care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4592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190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ronda atrasada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224028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1343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automática al supervisor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348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2084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077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de auditoría inmutable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612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8348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2084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5021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completo alerta→cierre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4612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98348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72084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57200" y="402336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965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publicado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4612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8348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2084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57200" y="461772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6908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/ historial residente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24612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98348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2084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= funcionalidad parcial o no confirmada  ·  Fuente: investigación pública agosto 2026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 Tracción — producto terminado hoy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fases con gate review humano · Auditoría QA: PASS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61872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aprobadas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gate review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78608" y="1261872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78608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578608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0016" y="1261872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0016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00016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contrato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21424" y="1261872"/>
            <a:ext cx="1828800" cy="196596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21424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21424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bloqueantes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4005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evento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auditoría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78608" y="342900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78608" y="4005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578608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temporal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0016" y="342900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👆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700016" y="4005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700016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para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una ronda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21424" y="342900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21424" y="4005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~68 KB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821424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comprimido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producción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ficticios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Modelo de negocio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+ SaaS B2B · por residencia / mes · margen bruto &gt; 80 %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FA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Operacional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tarjeta · sin límite de tiempo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8 residentes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usuario activo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Rondas básicas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responsabilidad legal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40864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40864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$1,990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340864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78024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30 residentes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32304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usuarios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32304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+ auditoría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32304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Residencias pequeñas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17136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91456" y="11887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1188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17136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17136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$3,990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17136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54296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80 residentes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08576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10 usuarios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08576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supervisor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08576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Residencias medianas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93408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93408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93408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$8,490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693408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30568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4848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 · multi-sede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84848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84848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+ soporte dedicado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84848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Cadenas institucionales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Precios de referencia — no validados con clientes reales. El tier Freemium opera sin SLA ni responsabilidad legal. Declarar ante jueces.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IA y Ciberseguridad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sensibles por ley · arquitectura en GCP · roadmap de IA operativa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61872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Ciberseguridad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783080"/>
            <a:ext cx="370332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92024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LFPDPPP — datos de adultos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mayores son datos sensibles por ley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5786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57860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 + Firebase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cifrado extremo a extremo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23697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236976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dato de residente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del dispositivo — privacidad por diseño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89534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👮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89534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ciberseguridad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24 h sobre Gemini API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1261872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IA Operativa — roadmap v0.2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1783080"/>
            <a:ext cx="370332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920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192024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predictivas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histórico de tiempos de ronda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83480" y="25786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257860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anomalías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bitácora de auditoría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323697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77840" y="323697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asignación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cuidadores por turno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83480" y="389534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389534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automático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turno — sin transcripción manual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34840" y="1417320"/>
            <a:ext cx="0" cy="2926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2606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375904" cy="749808"/>
          </a:xfrm>
          <a:prstGeom prst="roundRect">
            <a:avLst>
              <a:gd name="adj" fmla="val 975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7731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280160" y="4736592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bitácora de 20 tipos de evento por turno es el insumo nativo para toda la IA operativa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integración externa, sin datos sintéticos.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1 y 11 del concurso: IA aplicada · ciberseguridad activa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  Fase paralela — Mercado familiar (B2C)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13232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plataforma · dos puertas de entrada · conversión cruzada B2C → B2B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43584"/>
            <a:ext cx="3547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(canal actual)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459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1645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645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de residencia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103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$1,990 – $8,490 MXN/mes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560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venta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560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meses · B2B largo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0175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3017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017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de campo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3474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México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3474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~1,200 residencias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60520" y="2651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626864" y="1170432"/>
            <a:ext cx="4151376" cy="3383280"/>
          </a:xfrm>
          <a:prstGeom prst="roundRect">
            <a:avLst>
              <a:gd name="adj" fmla="val 2162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243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— Fase paralela  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16459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👪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38928" y="1645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16459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de adulto mayor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36592" y="21031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38928" y="2103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2103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 – $399 MXN/mes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25603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38928" y="2560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venta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4496" y="25603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min · autoservicio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36592" y="30175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38928" y="3017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30175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stores · redes sociales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36592" y="34747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38928" y="3474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México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54496" y="3474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~2M familias con cuidado activo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663440"/>
            <a:ext cx="8375904" cy="1005840"/>
          </a:xfrm>
          <a:prstGeom prst="roundRect">
            <a:avLst>
              <a:gd name="adj" fmla="val 7273"/>
            </a:avLst>
          </a:prstGeom>
          <a:solidFill>
            <a:srgbClr val="F0FA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El flywheel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adopta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 en casa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27632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798064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ingresa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una residencia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68496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38928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recomienda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 al director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79792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 (B2B)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Fase B2C proyectada — requiere versión móvil y validación de mercado. No comprometida en v0.1.0.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La oportunidad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804672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sector crece 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18 % anual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DENUE 2024→2025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📜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73552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ya exige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registros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73552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NOM-031-SSA3-2012 · vigente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089904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competidores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los generan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89904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Cronos Care · GERIGES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0" y="340156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375904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41648"/>
            <a:ext cx="80101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primero que llegue con trazabilidad operativa real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convierte en el estándar del sector.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645920" y="5029200"/>
            <a:ext cx="5541264" cy="749808"/>
          </a:xfrm>
          <a:prstGeom prst="roundRect">
            <a:avLst>
              <a:gd name="adj" fmla="val 975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5093208"/>
            <a:ext cx="5541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Buscamos 2–3 residencias piloto · Primer trimestre 2027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669280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6035040"/>
            <a:ext cx="8375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García  ·  robertogarciaits@gmail.com  ·  linkedin.com/in/robertogarciaits  ·  844 588 1313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ficticios · v0.1.0-workshop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Preguntas frecuentes — respuestas preparadas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para uso interno durante la sesión de Q&amp;A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34440"/>
            <a:ext cx="8375904" cy="1051560"/>
          </a:xfrm>
          <a:prstGeom prst="roundRect">
            <a:avLst>
              <a:gd name="adj" fmla="val 869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325880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¿Tienen clientes?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673352"/>
            <a:ext cx="8010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Cero clientes hoy. La tracción es de producto. Buscamos los primeros pilotos con este pitch.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8375904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96312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¿Por qué no hay IA en el producto actual?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843784"/>
            <a:ext cx="8010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Decisión de privacidad: ningún dato de residente sale del dispositivo. La IA entra en v0.2 cuando tengamos datos reales con consentimiento.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75304"/>
            <a:ext cx="8375904" cy="1051560"/>
          </a:xfrm>
          <a:prstGeom prst="roundRect">
            <a:avLst>
              <a:gd name="adj" fmla="val 869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66744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¿Cómo se comparan con Cronos Care?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14216"/>
            <a:ext cx="8010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Cronos Care tiene +50 residencias en México. Somos complementarios en expediente clínico, directamente superiores en ciclo operativo de ronda.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745736"/>
            <a:ext cx="8375904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37176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¿Quién es el equipo?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184648"/>
            <a:ext cx="8010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Proyecto individual — 5 roles, 8 fases con gate review en cada una. El método es la evidencia de colaboración estructurada.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ficticios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2026-08-31T23:54:30Z</dcterms:created>
  <dcterms:modified xsi:type="dcterms:W3CDTF">2026-08-31T23:54:30Z</dcterms:modified>
</cp:coreProperties>
</file>