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2356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2356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2356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434840" y="26517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457200" y="4956048"/>
            <a:ext cx="8375904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6517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76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referencia, no validados con clientes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🏅  Tracción — producto terminado hoy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fases con gate review humano · Auditoría QA: PASS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7200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7200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aprobadas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gate review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578608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🧪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78608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578608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automatizadas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00016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0016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700016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700016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Aceptación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contrato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21424" y="1261872"/>
            <a:ext cx="1828800" cy="196596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21424" y="1371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🚫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21424" y="19202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821424" y="2514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Hallazgos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bloqueantes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57200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evento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auditoría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78608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78608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578608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2578608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Políticas 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temporal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700016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00016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👆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4700016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3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700016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Acciones para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una ronda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821424" y="3429000"/>
            <a:ext cx="1828800" cy="1691640"/>
          </a:xfrm>
          <a:prstGeom prst="roundRect">
            <a:avLst>
              <a:gd name="adj" fmla="val 4324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21424" y="35204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400507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~68 KB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821424" y="4526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comprimido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producción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 Modelo de negocio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B2B · por residencia / mes · margen bruto &gt; 97 %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2633472" cy="4206240"/>
          </a:xfrm>
          <a:prstGeom prst="roundRect">
            <a:avLst>
              <a:gd name="adj" fmla="val 41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Esencial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1828800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$1,490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" y="248716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2267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944368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25 residentes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438144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supervisor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94360" y="3931920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5 cuidadores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" y="4425696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pequeñas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73552" y="1261872"/>
            <a:ext cx="2633472" cy="4206240"/>
          </a:xfrm>
          <a:prstGeom prst="roundRect">
            <a:avLst>
              <a:gd name="adj" fmla="val 4167"/>
            </a:avLst>
          </a:prstGeom>
          <a:solidFill>
            <a:srgbClr val="EFF6FF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39312" y="1188720"/>
            <a:ext cx="1874520" cy="292608"/>
          </a:xfrm>
          <a:prstGeom prst="roundRect">
            <a:avLst>
              <a:gd name="adj" fmla="val 1875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39312" y="1188720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popular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73552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Profesional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73552" y="1828800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$3,490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3273552" y="248716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56432" y="2834640"/>
            <a:ext cx="2267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10712" y="2944368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75 residentes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410712" y="3438144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3 supervisores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410712" y="3931920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15 cuidadores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410712" y="4425696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Residencias medianas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089904" y="1261872"/>
            <a:ext cx="2633472" cy="4206240"/>
          </a:xfrm>
          <a:prstGeom prst="roundRect">
            <a:avLst>
              <a:gd name="adj" fmla="val 41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9904" y="1417320"/>
            <a:ext cx="2633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Institucional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089904" y="1828800"/>
            <a:ext cx="2633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$6,990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6089904" y="2487168"/>
            <a:ext cx="2633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MXN / 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72784" y="2834640"/>
            <a:ext cx="22677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27064" y="2944368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227064" y="3438144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227064" y="3931920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límite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227064" y="4425696"/>
            <a:ext cx="23591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Cadenas · soporte prioritario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Precios de referencia — no validados con clientes. Declarar ante jueces.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 IA y Ciberseguridad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sensibles por ley · arquitectura en GCP · roadmap de IA operativa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FFF7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 Ciberseguridad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LFPDPPP — datos de adultos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mayores son datos sensibles por ley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436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☁️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88720" y="257860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Run + Firebase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cifrado extremo a extremo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9436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🔒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88720" y="323697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dato de residente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del dispositivo — privacidad por diseño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9436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👮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88720" y="389534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de ciberseguridad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activo 24 h sobre Gemini API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46320" y="1261872"/>
            <a:ext cx="3977640" cy="3200400"/>
          </a:xfrm>
          <a:prstGeom prst="roundRect">
            <a:avLst>
              <a:gd name="adj" fmla="val 2286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Operativa — roadmap v0.2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83480" y="1920240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77840" y="192024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predictivas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histórico de tiempos de ronda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83480" y="2578608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77840" y="257860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anomalías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bitácora de auditoría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983480" y="3236976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77840" y="323697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Optimización de asignación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cuidadores por turno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83480" y="3895344"/>
            <a:ext cx="548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577840" y="389534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ejecutivo automático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turno — sin transcripción manual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34840" y="1417320"/>
            <a:ext cx="0" cy="292608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15968" y="26060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8375904" cy="749808"/>
          </a:xfrm>
          <a:prstGeom prst="roundRect">
            <a:avLst>
              <a:gd name="adj" fmla="val 975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47731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280160" y="4736592"/>
            <a:ext cx="74066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bitácora de 20 tipos de evento por turno es el insumo nativo para toda la IA operativa 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integración externa, sin datos sintéticos.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Criterios 1 y 11 del concurso: IA aplicada · ciberseguridad activa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2026-08-29T19:06:25Z</dcterms:created>
  <dcterms:modified xsi:type="dcterms:W3CDTF">2026-08-29T19:06:25Z</dcterms:modified>
</cp:coreProperties>
</file>