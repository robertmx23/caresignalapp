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79" y="1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164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 |  WomenCISO 4 / MenCISO 1  |  Agosto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ficticios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3444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2356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2356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2356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434840" y="26517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457200" y="4956048"/>
            <a:ext cx="8375904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Tamaño de mercado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· SaaS B2B · por residencia / mes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375904" cy="1371600"/>
          </a:xfrm>
          <a:prstGeom prst="roundRect">
            <a:avLst>
              <a:gd name="adj" fmla="val 6667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1371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335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total cuidados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geriátricos MX + LatAm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1490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USD 25,000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2423160"/>
            <a:ext cx="7552944" cy="1325880"/>
          </a:xfrm>
          <a:prstGeom prst="roundRect">
            <a:avLst>
              <a:gd name="adj" fmla="val 6897"/>
            </a:avLst>
          </a:prstGeom>
          <a:solidFill>
            <a:srgbClr val="D1E8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33272" y="2532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2496312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~1,100–1,300 residencias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privadas formales en MX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6517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2025 · +18 % anual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80160" y="3547872"/>
            <a:ext cx="6729984" cy="1325880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44752" y="3657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3621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3–5 años: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50–200 residencias piloto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776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$175K – $700K MXN/mes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047488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5120640"/>
            <a:ext cx="8010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El registro del sector creció +18 % en un año (DENUE 2024→2025) — mercado en expansión activa.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DENUE 2025 · IMARC Group · Grand View Research  ·  Precios de referencia, no validados con clientes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¿Por qué CareSignal?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más modela el ciclo operativo de la ronda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188720"/>
            <a:ext cx="8375904" cy="457200"/>
          </a:xfrm>
          <a:prstGeom prst="roundRect">
            <a:avLst>
              <a:gd name="adj" fmla="val 10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459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17190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ronda atrasada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8348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2084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24028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23134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automática al supervisor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2084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283464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29077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auditoría inmutable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8348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5021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alerta→cierre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4612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98348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2084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57200" y="402336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40965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publicado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8348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2084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8640" y="46908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 / historial residente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24612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8348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72084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= funcionalidad parcial o no confirmada  ·  Fuente: investigación pública agosto 2026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Tracción — producto terminado hoy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fases con gate review humano · Auditoría QA: PASS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✅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200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aprobadas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gate review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78608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78608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578608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578608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automatizadas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00016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00016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700016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700016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Aceptación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contrato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21424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21424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🚫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821424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821424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bloqueantes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7200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evento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auditoría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78608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578608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578608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2578608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Políticas del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temporal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00016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00016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👆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700016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700016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Acciones para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una ronda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821424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821424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~68 KB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821424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comprimido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producción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Modelo de negocio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 + SaaS B2B · por residencia / mes · margen bruto &gt; 80 %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64592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4592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Operacional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4592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4592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tarjeta · sin límite de tiempo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01752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56032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 residentes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usuario activo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básicas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responsabilidad legal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40864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40864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40864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340864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78024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432304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30 residentes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32304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usuarios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32304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+ auditoría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32304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pequeñas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17136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EFF6FF"/>
          </a:solidFill>
          <a:ln w="1905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91456" y="11887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91456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17136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17136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$3,990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517136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54296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608576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80 residentes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08576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10 usuarios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608576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supervisor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08576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medianas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693408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693408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Institucional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93408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$8,490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93408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830568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784848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 · multi-sede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84848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784848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+ soporte dedicado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784848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institucionales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Precios de referencia — no validados con clientes reales. El tier Freemium opera sin SLA ni responsabilidad legal. Declarar ante jueces.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IA y Ciberseguridad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sensibles por ley · arquitectura en GCP · roadmap de IA operativa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Ciberseguridad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LFPDPPP — datos de adultos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mayores son datos sensibles por ley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257860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Run + Firebase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cifrado extremo a extremo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323697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dato de residente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del dispositivo — privacidad por diseño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436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👮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88720" y="38953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ciberseguridad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 24 h sobre Gemini API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IA Operativa — roadmap v0.2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77840" y="192024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predictivas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histórico de tiempos de ronda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8348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77840" y="257860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anomalías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bitácora de auditoría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8348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77840" y="323697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Optimización de asignación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cuidadores por turno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8348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389534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ejecutivo automático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turno — sin transcripción manual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34840" y="1417320"/>
            <a:ext cx="0" cy="2926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315968" y="2606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37590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6928" y="47731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280160" y="4736592"/>
            <a:ext cx="7406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bitácora de 20 tipos de evento por turno es el insumo nativo para toda la IA operativa 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integración externa, sin datos sintéticos.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1 y 11 del concurso: IA aplicada · ciberseguridad activa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👨‍👩‍👧  Fase paralela — Mercado familiar (B2C)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13232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plataforma · dos puertas de entrada · conversión cruzada B2C → B2B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170432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243584"/>
            <a:ext cx="3547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(canal actual)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96112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16459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 de residencia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6112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21031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 – $8,490 MXN/mes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11680" y="25603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 meses · B2B largo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0175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de campo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6112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11680" y="34747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~1,200 residencias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60520" y="2651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4626864" y="1170432"/>
            <a:ext cx="4151376" cy="3383280"/>
          </a:xfrm>
          <a:prstGeom prst="roundRect">
            <a:avLst>
              <a:gd name="adj" fmla="val 2162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36592" y="124358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— Fase paralela  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36592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👪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38928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54496" y="16459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de adulto mayor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36592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38928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54496" y="21031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$199 – $399 MXN/mes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36592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⚡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38928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5603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 min · autoservicio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36592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📱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138928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54496" y="30175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stores · redes sociales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736592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138928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54496" y="34747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 familias con cuidado activo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65760" y="4663440"/>
            <a:ext cx="8375904" cy="1005840"/>
          </a:xfrm>
          <a:prstGeom prst="roundRect">
            <a:avLst>
              <a:gd name="adj" fmla="val 7273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4864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El flywheel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adopta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en casa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627632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2798064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 ingresa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una residencia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68496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138928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recomienda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al director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309360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479792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 (B2B)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Fase B2C proyectada — requiere versión móvil y validación de mercado. No comprometida en v0.1.0.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La oportunidad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804672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📈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crece al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18 % anual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2024→2025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73552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73552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📜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ya exige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registros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73552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 · vigente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9904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89904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089904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competidores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los generan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9904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 · GERIGES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0" y="3401568"/>
            <a:ext cx="6583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8375904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4041648"/>
            <a:ext cx="801014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primero que llegue con trazabilidad operativa real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convierte en el estándar del sector.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645920" y="5029200"/>
            <a:ext cx="554126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645920" y="5093208"/>
            <a:ext cx="5541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 Buscamos 2–3 residencias piloto · Primer trimestre 2027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5897880"/>
            <a:ext cx="83759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 · v0.1.0-workshop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 Preguntas frecuentes — respuestas preparadas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para uso interno durante la sesión de Q&amp;A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34440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325880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¿Tienen clientes?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1673352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Cero clientes hoy. La tracción es de producto. Buscamos los primeros pilotos con este pitch.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04872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496312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¿Por qué no hay IA en el producto actual?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2843784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Decisión de privacidad: ningún dato de residente sale del dispositivo. La IA entra en v0.2 cuando tengamos datos reales con consentimiento.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75304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¿Cómo se comparan con Cronos Care?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014216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Cronos Care tiene +50 residencias en México. Somos complementarios en expediente clínico, directamente superiores en ciclo operativo de ronda.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745736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837176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¿Quién es el equipo?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184648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Proyecto individual — 5 roles, 8 fases con gate review en cada una. El método es la evidencia de colaboración estructurada.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1513</Words>
  <Application>Microsoft Office PowerPoint</Application>
  <PresentationFormat>Widescreen</PresentationFormat>
  <Paragraphs>367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Roberto Garcia</cp:lastModifiedBy>
  <cp:revision>1</cp:revision>
  <dcterms:created xsi:type="dcterms:W3CDTF">2026-08-31T23:46:19Z</dcterms:created>
  <dcterms:modified xsi:type="dcterms:W3CDTF">2026-08-31T23:48:14Z</dcterms:modified>
</cp:coreProperties>
</file>