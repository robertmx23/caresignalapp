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2356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26517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8375904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6517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76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referencia, no validados con clientes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Tracción — producto terminado hoy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fases con gate review humano · Auditoría QA: PASS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aprobadas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gate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8608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78608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578608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automatizadas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0016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0016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00016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700016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contrato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21424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21424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🚫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21424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821424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bloqueantes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7200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evento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auditoría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78608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78608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78608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78608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temporal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00016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0016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👆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00016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00016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Acciones para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ronda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21424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21424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 KB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821424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comprimido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producción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+ SaaS B2B · por residencia / mes · margen bruto &gt; 80 %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Operacional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4592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tarjeta · sin límite de tiempo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 residentes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usuario activo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básicas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responsabilidad legal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40864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40864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40864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340864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78024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32304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30 residentes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32304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usuarios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32304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+ auditoría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32304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17136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91456" y="11887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91456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17136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17136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$3,990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517136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54296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08576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80 residentes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08576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10 usuarios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08576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supervisor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08576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93408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93408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93408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$8,490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93408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30568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84848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 · multi-sede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84848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84848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+ soporte dedicado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784848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institucionales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referencia — no validados con clientes reales. El tier Freemium opera sin SLA ni responsabilidad legal. Declarar ante jueces.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👮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1 y 11 del concurso: IA aplicada · ciberseguridad activa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👨‍👩‍👧  Fase paralela — Mercado familiar (B2C)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13232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plataforma · dos puertas de entrada · conversión cruzada B2C → B2B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70432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243584"/>
            <a:ext cx="3547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(canal actual)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6112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1645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 de residencia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6112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 – $8,490 MXN/mes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25603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 meses · B2B largo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017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de campo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11680" y="34747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~1,200 residencias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60520" y="2651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4626864" y="1170432"/>
            <a:ext cx="4151376" cy="3383280"/>
          </a:xfrm>
          <a:prstGeom prst="roundRect">
            <a:avLst>
              <a:gd name="adj" fmla="val 2162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36592" y="12435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— Fase paralela  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36592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👪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38928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54496" y="16459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de adulto mayor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36592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38928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54496" y="21031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– $399 MXN/mes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38928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5603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 min · autoservicio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36592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38928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30175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 · redes sociales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36592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38928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54496" y="34747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 familias con cuidado activo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663440"/>
            <a:ext cx="8375904" cy="1005840"/>
          </a:xfrm>
          <a:prstGeom prst="roundRect">
            <a:avLst>
              <a:gd name="adj" fmla="val 7273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El flywheel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adopta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en casa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27632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2798064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 ingresa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una residencia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68496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138928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recomienda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al director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9360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479792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 (B2B)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Fase B2C proyectada — requiere versión móvil y validación de mercado. No comprometida en v0.1.0.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La oportunidad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804672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📈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crece al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 anual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2024→2025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73552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📜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ya exige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73552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 · vigente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competidores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generan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9904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 · GERIGES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0" y="340156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375904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41648"/>
            <a:ext cx="801014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que llegue con trazabilidad operativa real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convierte en el estándar del sector.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645920" y="5029200"/>
            <a:ext cx="554126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5093208"/>
            <a:ext cx="5541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Buscamos 2–3 residencias piloto · Primer trimestre 2027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897880"/>
            <a:ext cx="8375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 · v0.1.0-workshop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 Preguntas frecuentes — respuestas preparadas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para uso interno durante la sesión de Q&amp;A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34440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25880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¿Tienen clientes?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1673352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Cero clientes hoy. La tracción es de producto. Buscamos los primeros pilotos con este pitch.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04872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496312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¿Por qué no hay IA en el producto actual?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843784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Decisión de privacidad: ningún dato de residente sale del dispositivo. La IA entra en v0.2 cuando tengamos datos reales con consentimiento.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75304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666744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¿Cómo se comparan con Cronos Care?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014216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Cronos Care tiene +50 residencias en México. Somos complementarios en expediente clínico, directamente superiores en ciclo operativo de ronda.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745736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837176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¿Quién es el equipo?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184648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Proyecto individual — 5 roles, 8 fases con gate review en cada una. El método es la evidencia de colaboración estructurada.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2026-08-31T23:46:19Z</dcterms:created>
  <dcterms:modified xsi:type="dcterms:W3CDTF">2026-08-31T23:46:19Z</dcterms:modified>
</cp:coreProperties>
</file>