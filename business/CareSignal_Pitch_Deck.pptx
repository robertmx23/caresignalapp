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2356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26517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8375904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6517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76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referencia, no validados con clientes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Tracción — producto terminado hoy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fases con gate review humano · Auditoría QA: PASS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aprobadas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gate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8608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78608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578608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automatizadas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0016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0016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00016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700016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contrato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21424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21424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🚫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21424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821424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bloqueantes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7200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evento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auditoría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78608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78608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78608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78608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temporal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00016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0016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👆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00016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00016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Acciones para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ronda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21424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21424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 KB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821424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comprimido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producción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B2B · por residencia / mes · margen bruto &gt; 97 %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25 residentes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supervisor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4360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5 cuidadores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73552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39312" y="1188720"/>
            <a:ext cx="187452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9312" y="1188720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popular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73552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73552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$3,490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3273552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56432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10712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75 residentes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410712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 supervisores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15 cuidadores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10712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089904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89904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$6,990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6089904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72784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27064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227064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227064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227064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· soporte prioritario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referencia — no validados con clientes. Declarar ante jueces.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2026-08-29T18:30:07Z</dcterms:created>
  <dcterms:modified xsi:type="dcterms:W3CDTF">2026-08-29T18:30:07Z</dcterms:modified>
</cp:coreProperties>
</file>