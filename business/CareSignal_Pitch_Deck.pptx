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0058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365760" y="19202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2514600"/>
            <a:ext cx="804672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6974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· 4 minutos · WomenCISO 4 / MenCISO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 2026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86000" y="6263640"/>
            <a:ext cx="6492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62636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2026-08-27T01:07:32Z</dcterms:created>
  <dcterms:modified xsi:type="dcterms:W3CDTF">2026-08-27T01:07:32Z</dcterms:modified>
</cp:coreProperties>
</file>