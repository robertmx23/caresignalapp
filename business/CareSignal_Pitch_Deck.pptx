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11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7915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Garcia |  WomenCISO 4 / MenCISO 1  |  </a:t>
            </a:r>
            <a:r>
              <a:rPr lang="en-US" sz="1200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806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722252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978408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32020" y="1266445"/>
            <a:ext cx="3977640" cy="960120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</a:t>
            </a:r>
            <a:r>
              <a:rPr lang="en-US" sz="1400" b="1" dirty="0">
                <a:solidFill>
                  <a:srgbClr val="C4786A"/>
                </a:solidFill>
                <a:latin typeface="Arial" pitchFamily="34" charset="0"/>
                <a:cs typeface="Arial" pitchFamily="34" charset="-120"/>
              </a:rPr>
              <a:t>Fallo administrativo</a:t>
            </a:r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019436"/>
            <a:ext cx="8375904" cy="685800"/>
          </a:xfrm>
          <a:prstGeom prst="roundRect">
            <a:avLst>
              <a:gd name="adj" fmla="val 10667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D66D282-66FE-A8E9-64AF-DE5882472691}"/>
              </a:ext>
            </a:extLst>
          </p:cNvPr>
          <p:cNvSpPr/>
          <p:nvPr/>
        </p:nvSpPr>
        <p:spPr>
          <a:xfrm>
            <a:off x="4732020" y="2782371"/>
            <a:ext cx="3977640" cy="20737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6340" y="28924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06340" y="35782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006340" y="42640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00700" y="28924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00700" y="35782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00700" y="42640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B9281D72-1063-D73D-F901-32DF6FA23612}"/>
              </a:ext>
            </a:extLst>
          </p:cNvPr>
          <p:cNvSpPr/>
          <p:nvPr/>
        </p:nvSpPr>
        <p:spPr>
          <a:xfrm>
            <a:off x="457200" y="2782371"/>
            <a:ext cx="3977640" cy="21112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2940" y="29803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57300" y="29803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940" y="36661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57300" y="36661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" y="43519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57300" y="43519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7227" y="2651760"/>
            <a:ext cx="12786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90275" y="3776472"/>
            <a:ext cx="2363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199" y="6007608"/>
            <a:ext cx="11604357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199" y="5934456"/>
            <a:ext cx="10372241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Tracción — producto terminado hoy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fases con gate review humano · Auditoría QA: PASS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aprobadas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gate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8608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78608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78608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78608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automatizadas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0016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00016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00016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00016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Aceptación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contrato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21424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🚫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21424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bloqueantes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evento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auditoría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78608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578608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78608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temporal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0016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00016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👆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00016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00016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Acciones para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ronda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21424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21424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 KB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821424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comprimido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producción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+ SaaS B2B · por residencia / mes · margen bruto &gt; 80 %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4592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4592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Operacional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4592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tarjeta · sin límite de tiempo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 residentes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usuario activo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básicas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responsabilidad legal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40864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40864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40864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340864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78024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32304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30 residentes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32304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usuarios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32304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+ auditoría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32304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17136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91456" y="11887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91456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17136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17136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$3,990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17136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54296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08576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80 residentes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08576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10 usuarios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08576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supervisor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08576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93408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93408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$8,490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93408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30568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84848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 · multi-sede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84848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84848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soporte dedicado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784848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institucionales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5888736"/>
            <a:ext cx="11135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referencia — no validados con clientes reales. El tier Freemium opera sin SLA ni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legal.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👮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1 y 11 del concurso: IA aplicada · ciberseguridad activa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 Fase paralela — Mercado familiar (B2C)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13232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plataforma · dos puertas de entrada · conversión cruzada B2C → B2B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170432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43584"/>
            <a:ext cx="3547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(canal actual)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1645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 de residencia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6112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 – $8,490 MXN/mes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 meses · B2B largo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017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de campo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11680" y="3474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~1,200 residencias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60520" y="2651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626864" y="1170432"/>
            <a:ext cx="4151376" cy="3383280"/>
          </a:xfrm>
          <a:prstGeom prst="roundRect">
            <a:avLst>
              <a:gd name="adj" fmla="val 2162"/>
            </a:avLst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36592" y="12435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— Fase paralela  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36592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👪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38928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4496" y="16459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de adulto mayor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36592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38928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54496" y="21031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– $399 MXN/mes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38928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5603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 min · autoservicio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36592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38928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30175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 · redes sociales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36592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38928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54496" y="34747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 familias con cuidado activo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8375904" cy="1005840"/>
          </a:xfrm>
          <a:prstGeom prst="roundRect">
            <a:avLst>
              <a:gd name="adj" fmla="val 7273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864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El flywheel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adopta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en casa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27632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798064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 ingresa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una residencia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68496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138928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recomienda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al director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479792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 (B2B)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5879592"/>
            <a:ext cx="11174278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Fase B2C proyectada — requiere versión móvil y validación de mercado. No comprometida en v0.1.0.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66928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035040"/>
            <a:ext cx="83759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García  ·  robertogarciaits@gmail.com  ·  linkedin.com/in/robertogarciaits  ·  844 588 1313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 Preguntas frecuentes — respuestas preparadas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uso interno durante la sesión de Q&amp;A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34440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325880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¿Tienen clientes?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1673352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Cero clientes hoy. La tracción es de producto. Buscamos los primeros pilotos con este pitch.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04872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496312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¿Por qué no hay IA en el producto actual?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843784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Decisión de privacidad: ningún dato de residente sale del dispositivo. La IA entra en v0.2 cuando tengamos datos reales con consentimiento.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75304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¿Cómo se comparan con Cronos Care?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014216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Cronos Care tiene +50 residencias en México. Somos complementarios en expediente clínico, directamente superiores en ciclo operativo de ronda.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745736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837176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¿Quién es el equipo?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184648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Proyecto individual — 5 roles, 8 fases con gate review en cada una. El método es la evidencia de colaboración estructurada.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1530</Words>
  <Application>Microsoft Office PowerPoint</Application>
  <PresentationFormat>Widescreen</PresentationFormat>
  <Paragraphs>367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Roberto Garcia</cp:lastModifiedBy>
  <cp:revision>2</cp:revision>
  <dcterms:created xsi:type="dcterms:W3CDTF">2026-08-31T23:54:30Z</dcterms:created>
  <dcterms:modified xsi:type="dcterms:W3CDTF">2026-09-01T01:43:26Z</dcterms:modified>
</cp:coreProperties>
</file>